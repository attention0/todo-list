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e9de4fd3ca94855" /><Relationship Type="http://schemas.openxmlformats.org/officeDocument/2006/relationships/extended-properties" Target="/docProps/app.xml" Id="R908b278cc9fa4a2b" /><Relationship Type="http://schemas.openxmlformats.org/officeDocument/2006/relationships/officeDocument" Target="/ppt/presentation.xml" Id="Rc30a28c5c81948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df8a2c421b4be3"/>
  </p:sldMasterIdLst>
  <p:notesMasterIdLst>
    <p:notesMasterId xmlns:r="http://schemas.openxmlformats.org/officeDocument/2006/relationships" r:id="Rc4cec663cc1148eb"/>
  </p:notesMasterIdLst>
  <p:sldIdLst>
    <p:sldId xmlns:r="http://schemas.openxmlformats.org/officeDocument/2006/relationships" id="256" r:id="Rd01150cc92184172"/>
    <p:sldId xmlns:r="http://schemas.openxmlformats.org/officeDocument/2006/relationships" id="257" r:id="R8bba553ffb4e4b07"/>
    <p:sldId xmlns:r="http://schemas.openxmlformats.org/officeDocument/2006/relationships" id="258" r:id="R958339aea6f14599"/>
    <p:sldId xmlns:r="http://schemas.openxmlformats.org/officeDocument/2006/relationships" id="259" r:id="R4bb22cd2876f45f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a796ad4347a445b" /><Relationship Type="http://schemas.openxmlformats.org/officeDocument/2006/relationships/slideMaster" Target="/ppt/slideMasters/slideMaster1.xml" Id="R9bdf8a2c421b4be3" /><Relationship Type="http://schemas.openxmlformats.org/officeDocument/2006/relationships/notesMaster" Target="/ppt/notesMasters/notesMaster1.xml" Id="Rc4cec663cc1148eb" /><Relationship Type="http://schemas.openxmlformats.org/officeDocument/2006/relationships/presProps" Target="/ppt/presProps.xml" Id="Re304d87df8f14cfa" /><Relationship Type="http://schemas.openxmlformats.org/officeDocument/2006/relationships/tableStyles" Target="/ppt/tableStyles.xml" Id="R767c7213a46743a9" /><Relationship Type="http://schemas.openxmlformats.org/officeDocument/2006/relationships/slide" Target="/ppt/slides/slide1.xml" Id="Rd01150cc92184172" /><Relationship Type="http://schemas.openxmlformats.org/officeDocument/2006/relationships/slide" Target="/ppt/slides/slide2.xml" Id="R8bba553ffb4e4b07" /><Relationship Type="http://schemas.openxmlformats.org/officeDocument/2006/relationships/slide" Target="/ppt/slides/slide3.xml" Id="R958339aea6f14599" /><Relationship Type="http://schemas.openxmlformats.org/officeDocument/2006/relationships/slide" Target="/ppt/slides/slide4.xml" Id="R4bb22cd2876f45f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344a90302f422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95bc451e7d48a7" /><Relationship Type="http://schemas.openxmlformats.org/officeDocument/2006/relationships/notesMaster" Target="/ppt/notesMasters/notesMaster1.xml" Id="R76f24f3731054d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e01acdac714c68" /><Relationship Type="http://schemas.openxmlformats.org/officeDocument/2006/relationships/notesMaster" Target="/ppt/notesMasters/notesMaster1.xml" Id="R0ce581a244ca4f4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9e0a154d953477f" /><Relationship Type="http://schemas.openxmlformats.org/officeDocument/2006/relationships/notesMaster" Target="/ppt/notesMasters/notesMaster1.xml" Id="R97530ac4c7bf4c9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4cc7097d0a40c9" /><Relationship Type="http://schemas.openxmlformats.org/officeDocument/2006/relationships/notesMaster" Target="/ppt/notesMasters/notesMaster1.xml" Id="R1088d8807779455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A01 09:30前保持封面。仅限本支部党员（含预备党员），组织委员核对到会并记录。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A02 组织委员核对到会情况并记录，党支书宣布议程。不得预写到会人数或表决结果。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A03 以拟议计划汇报，不将讨论事项表述为已通过决议。培养联系仅说明原则，不公开私人考察信息。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需求来源：https://github.com/Attention0/todo-list/blob/main/party-branch/2026-10-14/spec.md</a:t>
            </a:r>
          </a:p>
          <a:p xmlns:a="http://schemas.openxmlformats.org/drawingml/2006/main">
            <a:r>
              <a:t>A04 正式决议须按规定履行出席与表决程序，不能以一般讨论替代表决。不宣布预设的通过结果。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6eb92fcc694fa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8aa8d81eb14d9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c38084504d4af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fac339104c418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b7223d14724ff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da67943b84a9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405738-753C-46DA-8A3E-DD72E719DB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026173F-57F4-4567-B2B4-B520F15600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0B4973B-4117-453F-8E92-25F148ED32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436323D-82B2-4FFA-9E87-B997ED668F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AC5D89C-8DB1-4F1D-A830-EE79A8F686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21E3032-918C-442F-9922-DCEBE6DBDE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FFB9ED1-51C9-4F00-9988-73EEC9CB0CF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6275EFD2-5E68-47FB-864E-7A684F44CAB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93F9F9E-985B-4F0D-B6A2-C9C02EC96A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8DBA26F-98D5-4FB5-8F65-A278DDB32E5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b2820af5554b47" /><Relationship Type="http://schemas.openxmlformats.org/officeDocument/2006/relationships/slideLayout" Target="/ppt/slideLayouts/slideLayout1.xml" Id="Rdf5b53b4fb314a5a" /><Relationship Type="http://schemas.openxmlformats.org/officeDocument/2006/relationships/slideLayout" Target="/ppt/slideLayouts/slideLayout2.xml" Id="R0474c28f04dd46c0" /><Relationship Type="http://schemas.openxmlformats.org/officeDocument/2006/relationships/slideLayout" Target="/ppt/slideLayouts/slideLayout3.xml" Id="R7fdfc882bd614db6" /><Relationship Type="http://schemas.openxmlformats.org/officeDocument/2006/relationships/slideLayout" Target="/ppt/slideLayouts/slideLayout4.xml" Id="Re07ffa8d6f6e4752" /><Relationship Type="http://schemas.openxmlformats.org/officeDocument/2006/relationships/slideLayout" Target="/ppt/slideLayouts/slideLayout5.xml" Id="Raf019567d6ae4c39" /><Relationship Type="http://schemas.openxmlformats.org/officeDocument/2006/relationships/slideLayout" Target="/ppt/slideLayouts/slideLayout6.xml" Id="Rec7426db41ff4c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5b53b4fb314a5a"/>
    <p:sldLayoutId xmlns:r="http://schemas.openxmlformats.org/officeDocument/2006/relationships" id="2147483650" r:id="R0474c28f04dd46c0"/>
    <p:sldLayoutId xmlns:r="http://schemas.openxmlformats.org/officeDocument/2006/relationships" id="2147483651" r:id="R7fdfc882bd614db6"/>
    <p:sldLayoutId xmlns:r="http://schemas.openxmlformats.org/officeDocument/2006/relationships" id="2147483652" r:id="Re07ffa8d6f6e4752"/>
    <p:sldLayoutId xmlns:r="http://schemas.openxmlformats.org/officeDocument/2006/relationships" id="2147483653" r:id="Raf019567d6ae4c39"/>
    <p:sldLayoutId xmlns:r="http://schemas.openxmlformats.org/officeDocument/2006/relationships" id="2147483654" r:id="Rec7426db41ff4c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93f5e35180a4f2b" /><Relationship Type="http://schemas.openxmlformats.org/officeDocument/2006/relationships/notesSlide" Target="/ppt/notesSlides/notesSlide1.xml" Id="R0b7ffa9e455943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dc84c5b39fb42d3" /><Relationship Type="http://schemas.openxmlformats.org/officeDocument/2006/relationships/notesSlide" Target="/ppt/notesSlides/notesSlide2.xml" Id="R88e941a90e8549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8f2dd15764490f" /><Relationship Type="http://schemas.openxmlformats.org/officeDocument/2006/relationships/notesSlide" Target="/ppt/notesSlides/notesSlide3.xml" Id="Ra04ca36636aa45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d230866f834dde" /><Relationship Type="http://schemas.openxmlformats.org/officeDocument/2006/relationships/notesSlide" Target="/ppt/notesSlides/notesSlide4.xml" Id="R38898f8a13ae447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8C1C2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924F1-0827-4689-A1D5-CE37CC51B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4FE45-D5FD-420B-98F3-BB5C29E0A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2026年10月14日  09:30—09:50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91E378-4EF3-4319-8CFC-B3CDE6FF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01 / 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38B214-1799-423C-A3D0-92A9F047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047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57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党员大会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9E8007-04DD-4FA1-B9F1-3C0ABFF8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480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学期工作计划讨论与近期任务安排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471AC-C336-42C5-8D6F-B43987C0A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815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AF7F1"/>
                </a:solidFill>
                <a:latin typeface="Microsoft YaHei"/>
                <a:ea typeface="Microsoft YaHei"/>
                <a:cs typeface="Microsoft YaHei"/>
              </a:rPr>
              <a:t>主持 刘泽霖    地点［待确认］</a:t>
            </a:r>
          </a:p>
        </p:txBody>
      </p:sp>
    </p:spTree>
    <p:extLst>
      <p:ext uri="{BB962C8B-B14F-4D97-AF65-F5344CB8AC3E}">
        <p14:creationId xmlns:p14="http://schemas.microsoft.com/office/powerpoint/2010/main" val="4210342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1A4B8-7236-4166-900F-93DA64581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E0882-A359-4B13-8F7F-34600522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会议议程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6E17A2-D0A6-4ADE-94B2-AD1837D0D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09:30—09:32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D6FA58-6422-45ED-B55D-19C3DFC2C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02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E565C-715A-4DE1-BF8A-83212C5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09:30—09:32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72BE1-7AA4-4CA8-9FD6-71EE4BE9E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核对到会情况  宣布议程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B6BC72-97B7-40F3-97DB-5FCA05811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09:32—09:38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2221FF-93ED-4EFF-9A0D-0AD748B8D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汇报学期工作计划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71817E-4C29-4960-8B90-E0C839E2E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09:38—09:45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43D1B1-E024-4316-8AF6-63F6BADB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支委发言与党员讨论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EEA0EA-4D02-4E24-A623-20AB5629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09:45—09:48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9930E2-FDB9-4EDF-9A9E-696C9204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说明分工与近期任务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4422F2-5208-4E24-9465-FA5DA330B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10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09:48—09:50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2D6A45-7F6E-4BFB-BAA2-1AD52537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101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归纳意见  明确落实安排</a:t>
            </a:r>
          </a:p>
        </p:txBody>
      </p:sp>
    </p:spTree>
    <p:extLst>
      <p:ext uri="{BB962C8B-B14F-4D97-AF65-F5344CB8AC3E}">
        <p14:creationId xmlns:p14="http://schemas.microsoft.com/office/powerpoint/2010/main" val="5263038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E80180-42FD-426F-B652-B074FB26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0CB383-A50B-454B-B509-FF5932ED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本学期工作计划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E0EEB7-2522-4537-9415-CCDD1B25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09:32—09:38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AE9EA1-21D2-41A3-882A-31E60F7D0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03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4C8F5F-F379-4F99-A36F-AA956637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145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10月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C72E1-945A-4B80-A40B-977DFBD4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145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理论学习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BD0F71-29F7-466E-B89A-F7114DF54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384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11月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03F093-31CF-4082-AAC1-F836D8F77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384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跨支部联建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06CF6-C492-4364-B6AF-398A9E2A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12月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96428-EF6F-4187-BF84-E9587943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623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“三高”课程复习交流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1D30BE-43D1-4773-A190-E7B6279D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862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期末考后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2E4CE9-5FEA-48F0-8D7E-255C7F9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862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师生交流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595774-A029-4A41-9112-368EFDB9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常态化工作：规范组织生活  做好积极分子培养联系</a:t>
            </a:r>
          </a:p>
        </p:txBody>
      </p:sp>
    </p:spTree>
    <p:extLst>
      <p:ext uri="{BB962C8B-B14F-4D97-AF65-F5344CB8AC3E}">
        <p14:creationId xmlns:p14="http://schemas.microsoft.com/office/powerpoint/2010/main" val="15276888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7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42E43-DCA0-406D-9FBC-D5E97367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北京大学国家发展研究院  2026级研究生党支部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56B9A7-D2C1-40E1-9EB9-9788B5C47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支委发言与党员讨论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65BD09-67A9-4953-9241-45ECEAEFE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2026年10月14日  09:38—09:50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793038-BEE6-49AF-8DC2-0342631DD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267450"/>
            <a:ext cx="114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26763"/>
                </a:solidFill>
                <a:latin typeface="Microsoft YaHei"/>
                <a:ea typeface="Microsoft YaHei"/>
                <a:cs typeface="Microsoft YaHei"/>
              </a:rPr>
              <a:t>04 /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826703-5FCE-4A2C-BC40-8B63FA8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526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09:38—09:45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177770-DD11-4DA6-8F80-04B4D542E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组织委员、宣传委员发言</a:t>
            </a:r>
          </a:p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每人约2—3分钟，随后听取党员意见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D0501-10A1-4F4C-98BB-B5C8175FD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0040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09:45—09:48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11FB02-F665-46C2-B441-108056C2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20040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党员参与、支委分工与培养联系原则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DA744E-3F86-48ED-B68F-72A0754D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2333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09:48—09:50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D4744E-A670-410B-807C-003AAAED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343231"/>
                </a:solidFill>
                <a:latin typeface="Microsoft YaHei"/>
                <a:ea typeface="Microsoft YaHei"/>
                <a:cs typeface="Microsoft YaHei"/>
              </a:rPr>
              <a:t>归纳讨论意见  明确责任人与后续节点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6EAF60-E818-4C39-90A6-61CDC18EC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911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8C1C2D"/>
                </a:solidFill>
                <a:latin typeface="Microsoft YaHei"/>
                <a:ea typeface="Microsoft YaHei"/>
                <a:cs typeface="Microsoft YaHei"/>
              </a:rPr>
              <a:t>09:50—10:00  休息与联合活动签到</a:t>
            </a:r>
          </a:p>
        </p:txBody>
      </p:sp>
    </p:spTree>
    <p:extLst>
      <p:ext uri="{BB962C8B-B14F-4D97-AF65-F5344CB8AC3E}">
        <p14:creationId xmlns:p14="http://schemas.microsoft.com/office/powerpoint/2010/main" val="4524423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2026-10-11T16:04:23.4870000Z</dcterms:created>
  <dcterms:modified xsi:type="dcterms:W3CDTF">2026-10-11T16:04:23.4870000Z</dcterms:modified>
</coreProperties>
</file>