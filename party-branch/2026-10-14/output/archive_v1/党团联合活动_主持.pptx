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8fa93f77c749e2" /><Relationship Type="http://schemas.openxmlformats.org/officeDocument/2006/relationships/extended-properties" Target="/docProps/app.xml" Id="R471fefe3af3e4bff" /><Relationship Type="http://schemas.openxmlformats.org/officeDocument/2006/relationships/officeDocument" Target="/ppt/presentation.xml" Id="Rc858843406054e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43674520494c30"/>
  </p:sldMasterIdLst>
  <p:notesMasterIdLst>
    <p:notesMasterId xmlns:r="http://schemas.openxmlformats.org/officeDocument/2006/relationships" r:id="Rd19dc0fc527e45cf"/>
  </p:notesMasterIdLst>
  <p:sldIdLst>
    <p:sldId xmlns:r="http://schemas.openxmlformats.org/officeDocument/2006/relationships" id="256" r:id="Rbb7064dbc3fb4a9d"/>
    <p:sldId xmlns:r="http://schemas.openxmlformats.org/officeDocument/2006/relationships" id="257" r:id="R78125c5b88ad47fa"/>
    <p:sldId xmlns:r="http://schemas.openxmlformats.org/officeDocument/2006/relationships" id="258" r:id="R1fe7fd6e1a3c4190"/>
    <p:sldId xmlns:r="http://schemas.openxmlformats.org/officeDocument/2006/relationships" id="259" r:id="R5acc0e903c464a73"/>
    <p:sldId xmlns:r="http://schemas.openxmlformats.org/officeDocument/2006/relationships" id="260" r:id="Rbf90d034876c4923"/>
    <p:sldId xmlns:r="http://schemas.openxmlformats.org/officeDocument/2006/relationships" id="261" r:id="R1727504555504bbd"/>
    <p:sldId xmlns:r="http://schemas.openxmlformats.org/officeDocument/2006/relationships" id="262" r:id="Re07d9e577a5b4c65"/>
    <p:sldId xmlns:r="http://schemas.openxmlformats.org/officeDocument/2006/relationships" id="263" r:id="R82bfb7a783704c24"/>
    <p:sldId xmlns:r="http://schemas.openxmlformats.org/officeDocument/2006/relationships" id="264" r:id="Rb2dc513950fa4a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107e2d5be54173" /><Relationship Type="http://schemas.openxmlformats.org/officeDocument/2006/relationships/slideMaster" Target="/ppt/slideMasters/slideMaster1.xml" Id="R6043674520494c30" /><Relationship Type="http://schemas.openxmlformats.org/officeDocument/2006/relationships/notesMaster" Target="/ppt/notesMasters/notesMaster1.xml" Id="Rd19dc0fc527e45cf" /><Relationship Type="http://schemas.openxmlformats.org/officeDocument/2006/relationships/presProps" Target="/ppt/presProps.xml" Id="R8174200158d045ec" /><Relationship Type="http://schemas.openxmlformats.org/officeDocument/2006/relationships/tableStyles" Target="/ppt/tableStyles.xml" Id="Rd45a6e37513a4596" /><Relationship Type="http://schemas.openxmlformats.org/officeDocument/2006/relationships/slide" Target="/ppt/slides/slide1.xml" Id="Rbb7064dbc3fb4a9d" /><Relationship Type="http://schemas.openxmlformats.org/officeDocument/2006/relationships/slide" Target="/ppt/slides/slide2.xml" Id="R78125c5b88ad47fa" /><Relationship Type="http://schemas.openxmlformats.org/officeDocument/2006/relationships/slide" Target="/ppt/slides/slide3.xml" Id="R1fe7fd6e1a3c4190" /><Relationship Type="http://schemas.openxmlformats.org/officeDocument/2006/relationships/slide" Target="/ppt/slides/slide4.xml" Id="R5acc0e903c464a73" /><Relationship Type="http://schemas.openxmlformats.org/officeDocument/2006/relationships/slide" Target="/ppt/slides/slide5.xml" Id="Rbf90d034876c4923" /><Relationship Type="http://schemas.openxmlformats.org/officeDocument/2006/relationships/slide" Target="/ppt/slides/slide6.xml" Id="R1727504555504bbd" /><Relationship Type="http://schemas.openxmlformats.org/officeDocument/2006/relationships/slide" Target="/ppt/slides/slide7.xml" Id="Re07d9e577a5b4c65" /><Relationship Type="http://schemas.openxmlformats.org/officeDocument/2006/relationships/slide" Target="/ppt/slides/slide8.xml" Id="R82bfb7a783704c24" /><Relationship Type="http://schemas.openxmlformats.org/officeDocument/2006/relationships/slide" Target="/ppt/slides/slide9.xml" Id="Rb2dc513950fa4a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e29f8357614f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9b1886b9fa434f" /><Relationship Type="http://schemas.openxmlformats.org/officeDocument/2006/relationships/notesMaster" Target="/ppt/notesMasters/notesMaster1.xml" Id="R5a98a7bc557f4d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0af62eb68a4718" /><Relationship Type="http://schemas.openxmlformats.org/officeDocument/2006/relationships/notesMaster" Target="/ppt/notesMasters/notesMaster1.xml" Id="R431074ebaa6b45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ab0d272ac541d3" /><Relationship Type="http://schemas.openxmlformats.org/officeDocument/2006/relationships/notesMaster" Target="/ppt/notesMasters/notesMaster1.xml" Id="Rbb6bb3ad355b44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4e4132a34041a6" /><Relationship Type="http://schemas.openxmlformats.org/officeDocument/2006/relationships/notesMaster" Target="/ppt/notesMasters/notesMaster1.xml" Id="Re1c441a94be542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3b78ed83e640f9" /><Relationship Type="http://schemas.openxmlformats.org/officeDocument/2006/relationships/notesMaster" Target="/ppt/notesMasters/notesMaster1.xml" Id="R549824b6045948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d5137b8db14ffa" /><Relationship Type="http://schemas.openxmlformats.org/officeDocument/2006/relationships/notesMaster" Target="/ppt/notesMasters/notesMaster1.xml" Id="R1f8c37c8076c45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85d94841e044c7" /><Relationship Type="http://schemas.openxmlformats.org/officeDocument/2006/relationships/notesMaster" Target="/ppt/notesMasters/notesMaster1.xml" Id="Rb4d69ab97d3b4b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18e635fab64e75" /><Relationship Type="http://schemas.openxmlformats.org/officeDocument/2006/relationships/notesMaster" Target="/ppt/notesMasters/notesMaster1.xml" Id="Rfa6f7e1befd84e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325c8bd2404e53" /><Relationship Type="http://schemas.openxmlformats.org/officeDocument/2006/relationships/notesMaster" Target="/ppt/notesMasters/notesMaster1.xml" Id="R1a1ed19bfa0b43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需求来源：https://github.com/Attention0/todo-list/blob/main/party-branch/2026-10-14/spec.md</a:t>
            </a:r>
          </a:p>
          <a:p xmlns:a="http://schemas.openxmlformats.org/drawingml/2006/main">
            <a:r>
              <a:t>B01 10:00开场。面向党员、积极分子、团员及其他受邀同学。按实际出席介绍老师。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需求来源：https://github.com/Attention0/todo-list/blob/main/party-branch/2026-10-14/spec.md</a:t>
            </a:r>
          </a:p>
          <a:p xmlns:a="http://schemas.openxmlformats.org/drawingml/2006/main">
            <a:r>
              <a:t>B02 09:50—10:00已经完成签到。宣讲40分钟、问答10分钟，11:30结束。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需求来源：https://github.com/Attention0/todo-list/blob/main/party-branch/2026-10-14/spec.md</a:t>
            </a:r>
          </a:p>
          <a:p xmlns:a="http://schemas.openxmlformats.org/drawingml/2006/main">
            <a:r>
              <a:t>B03 会前根据实际出席替换本页。未确认时不得读“已到场”。孙启明职务未核实，不得擅写。替代串词见Word。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需求来源：https://github.com/Attention0/todo-list/blob/main/party-branch/2026-10-14/spec.md</a:t>
            </a:r>
          </a:p>
          <a:p xmlns:a="http://schemas.openxmlformats.org/drawingml/2006/main">
            <a:r>
              <a:t>B04 完整讲题：《红军的“经济学”——论“打土豪”背后的调查研究艺术》。介绍完切换讲师独立课件，结束后返回B05。海报未收到，不制作假肖像。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需求来源：https://github.com/Attention0/todo-list/blob/main/party-branch/2026-10-14/spec.md</a:t>
            </a:r>
          </a:p>
          <a:p xmlns:a="http://schemas.openxmlformats.org/drawingml/2006/main">
            <a:r>
              <a:t>B05 先感谢宣讲，再邀请提问。无人提问可问：今天的学习、调研中，如何避免先有结论再找材料？11:02提醒最后一个问题，11:03转场。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需求来源：https://github.com/Attention0/todo-list/blob/main/party-branch/2026-10-14/spec.md</a:t>
            </a:r>
          </a:p>
          <a:p xmlns:a="http://schemas.openxmlformats.org/drawingml/2006/main">
            <a:r>
              <a:t>B06 不预写个人观点或经历。每人剩余30秒提醒，按实际发言致谢。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需求来源：https://github.com/Attention0/todo-list/blob/main/party-branch/2026-10-14/spec.md</a:t>
            </a:r>
          </a:p>
          <a:p xmlns:a="http://schemas.openxmlformats.org/drawingml/2006/main">
            <a:r>
              <a:t>B07 主持词Word含约5—6分钟完整介绍。公开部分不讲党员大会内部议事或私人考察信息。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需求来源：https://github.com/Attention0/todo-list/blob/main/party-branch/2026-10-14/spec.md</a:t>
            </a:r>
          </a:p>
          <a:p xmlns:a="http://schemas.openxmlformats.org/drawingml/2006/main">
            <a:r>
              <a:t>B08 收集建议，不虚构反馈二维码或链接，不当场承诺未确认事项。11:25提醒最后一位。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需求来源：https://github.com/Attention0/todo-list/blob/main/party-branch/2026-10-14/spec.md</a:t>
            </a:r>
          </a:p>
          <a:p xmlns:a="http://schemas.openxmlformats.org/drawingml/2006/main">
            <a:r>
              <a:t>B09 感谢实际到场嘉宾、讲师及参与同学。按现场安排合影，11:30结束。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e8efb5e74247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d65f18d5c845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b8399ba976461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05045e50f14a0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1655e5d9d647c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e1f68e0ebe4a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EC6FA3-CB27-4C54-8605-D72EAC1DC9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849B647-E5AA-4C1F-AB2E-9A0666017D2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2E73B59-D687-43D7-9A84-E5BE5050A7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2EAEAD-1ADA-4348-80FA-37D5AB082D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C8D1652-E78E-4F85-9CB6-86109FFD02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6DBADB3-9557-4E0B-B2A8-B1C3EE5F08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77C17E-F201-4D4F-B63F-C91AA0FA66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223B3B2-4797-4A3B-AEF6-4A8857DB5A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562133-254F-4384-84E5-784C61E1B7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1E8FB5-1084-45C8-8989-B0860916BD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7f95733f574153" /><Relationship Type="http://schemas.openxmlformats.org/officeDocument/2006/relationships/slideLayout" Target="/ppt/slideLayouts/slideLayout1.xml" Id="R9a903844a34b41e5" /><Relationship Type="http://schemas.openxmlformats.org/officeDocument/2006/relationships/slideLayout" Target="/ppt/slideLayouts/slideLayout2.xml" Id="R59e33678908141ee" /><Relationship Type="http://schemas.openxmlformats.org/officeDocument/2006/relationships/slideLayout" Target="/ppt/slideLayouts/slideLayout3.xml" Id="R93333caa328e4752" /><Relationship Type="http://schemas.openxmlformats.org/officeDocument/2006/relationships/slideLayout" Target="/ppt/slideLayouts/slideLayout4.xml" Id="R2267edca246c4f6d" /><Relationship Type="http://schemas.openxmlformats.org/officeDocument/2006/relationships/slideLayout" Target="/ppt/slideLayouts/slideLayout5.xml" Id="R8a0a0cde80c844a8" /><Relationship Type="http://schemas.openxmlformats.org/officeDocument/2006/relationships/slideLayout" Target="/ppt/slideLayouts/slideLayout6.xml" Id="R785a44947fc146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903844a34b41e5"/>
    <p:sldLayoutId xmlns:r="http://schemas.openxmlformats.org/officeDocument/2006/relationships" id="2147483650" r:id="R59e33678908141ee"/>
    <p:sldLayoutId xmlns:r="http://schemas.openxmlformats.org/officeDocument/2006/relationships" id="2147483651" r:id="R93333caa328e4752"/>
    <p:sldLayoutId xmlns:r="http://schemas.openxmlformats.org/officeDocument/2006/relationships" id="2147483652" r:id="R2267edca246c4f6d"/>
    <p:sldLayoutId xmlns:r="http://schemas.openxmlformats.org/officeDocument/2006/relationships" id="2147483653" r:id="R8a0a0cde80c844a8"/>
    <p:sldLayoutId xmlns:r="http://schemas.openxmlformats.org/officeDocument/2006/relationships" id="2147483654" r:id="R785a44947fc146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4bb1cc22a64fa6" /><Relationship Type="http://schemas.openxmlformats.org/officeDocument/2006/relationships/notesSlide" Target="/ppt/notesSlides/notesSlide1.xml" Id="Rddba281a2ef847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288a1622c9451f" /><Relationship Type="http://schemas.openxmlformats.org/officeDocument/2006/relationships/notesSlide" Target="/ppt/notesSlides/notesSlide2.xml" Id="R7b1442e97fa548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276c9633d043a0" /><Relationship Type="http://schemas.openxmlformats.org/officeDocument/2006/relationships/notesSlide" Target="/ppt/notesSlides/notesSlide3.xml" Id="R5aebd66531f74a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5e50c5502d4404" /><Relationship Type="http://schemas.openxmlformats.org/officeDocument/2006/relationships/notesSlide" Target="/ppt/notesSlides/notesSlide4.xml" Id="R1fcf0021e18a46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21c8684b904d20" /><Relationship Type="http://schemas.openxmlformats.org/officeDocument/2006/relationships/notesSlide" Target="/ppt/notesSlides/notesSlide5.xml" Id="R404f4ccce10046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c5c86072274354" /><Relationship Type="http://schemas.openxmlformats.org/officeDocument/2006/relationships/notesSlide" Target="/ppt/notesSlides/notesSlide6.xml" Id="Rf297d49eda0b47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6ff5f53a3842a1" /><Relationship Type="http://schemas.openxmlformats.org/officeDocument/2006/relationships/notesSlide" Target="/ppt/notesSlides/notesSlide7.xml" Id="R67af362b8ca34b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aad6df94804d06" /><Relationship Type="http://schemas.openxmlformats.org/officeDocument/2006/relationships/notesSlide" Target="/ppt/notesSlides/notesSlide8.xml" Id="Rb2821581556743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42f4f23aef4f2e" /><Relationship Type="http://schemas.openxmlformats.org/officeDocument/2006/relationships/notesSlide" Target="/ppt/notesSlides/notesSlide9.xml" Id="R7555365366bb4f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8C1C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35F26-9BEB-4FCD-956D-2901F6AB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北京大学国家发展研究院  2026级研究生党支部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2F50E-5150-47DD-B5F8-A507580E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2026年10月14日  10:00—11:30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33928-950C-404B-B746-AA467BB8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01 /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81773-8991-4967-AEA3-B03E3596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初心启航·求真力行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98D3B-B346-4CF3-AE3E-F3667903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75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党团联合理论学习暨支部建设交流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5DDFC-C47E-436D-B29F-EC9F1E09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10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主持 刘泽霖    地点［待确认］</a:t>
            </a:r>
          </a:p>
        </p:txBody>
      </p:sp>
    </p:spTree>
    <p:extLst>
      <p:ext uri="{BB962C8B-B14F-4D97-AF65-F5344CB8AC3E}">
        <p14:creationId xmlns:p14="http://schemas.microsoft.com/office/powerpoint/2010/main" val="9261383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AC51C9-BDBA-4F1A-BDB3-88D1172D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北京大学国家发展研究院  2026级研究生党支部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9A808-A235-4388-8FB8-E3080111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活动议程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D8CEE-5A6B-4ED1-84E0-1012CCB8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2026年10月14日  10:00—10:05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7B6EE-66C5-4F89-990E-ADE0E635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02 /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562EF-CA09-4853-8C5D-1A403612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10:00—10:05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D50E5-14C3-41A1-88AC-0745639F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开场与议程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F547F-6A3A-4573-893E-100972F5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05075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10:05—10:13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4D21B-815B-471D-A80D-E418133C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05075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学院老师致辞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4DB47-8710-4EA4-AA2C-2C3645A9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10:13—10:53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CDEE5-6EFA-45BE-9312-0AC2ECB4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99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徐铭讲师宣讲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DEADE-010B-4CB1-8474-82BF3851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10:53—11:03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05C955-0856-463D-8CF1-234A334F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14725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互动问答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30E3E-8F6D-47E3-9B94-5DF4FD1B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11:03—11:15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AD2A4-1ECE-48F4-B7ED-3BE4D771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195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党员与积极分子代表分享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64BD28-19B2-4369-AED0-4750C3A1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11:15—11:21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C09F3C-6B82-4B9B-8BF0-D47E3176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24375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学期支部计划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9313E6-48BB-45C7-A69B-0D82B7D8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11:21—11:26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28429-C1FA-4593-89B6-62182101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292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支部建设意见交流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5A8078-40A1-4C1C-9FB2-6E58015B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34025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11:26—11:30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44C3DF-610A-48DC-ACCA-57E3785F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34025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结语与集体合影</a:t>
            </a:r>
          </a:p>
        </p:txBody>
      </p:sp>
    </p:spTree>
    <p:extLst>
      <p:ext uri="{BB962C8B-B14F-4D97-AF65-F5344CB8AC3E}">
        <p14:creationId xmlns:p14="http://schemas.microsoft.com/office/powerpoint/2010/main" val="15947179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9981E-2CAB-4C7F-B37B-B2433B70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北京大学国家发展研究院  2026级研究生党支部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2A133-4692-45F0-8661-812DA992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学院老师致辞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190E5-179F-41DB-B395-C59496B6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2026年10月14日  10:05—10:13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753D4-A3B8-444C-A55E-F7439BC3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03 /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3B5E5-D735-4FB0-9675-A9D046D5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9825"/>
            <a:ext cx="504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杨国昊 老师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000B8-0817-4998-A061-F5F63CAF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国发院团委书记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A1F4B-686F-4257-A239-F96501AB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982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孙启明 老师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96076-D970-429C-824B-2363E976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670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职务［待确认］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FC4F1-F8BB-4A23-86AE-93A5A315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拟邀嘉宾，出席待确认    每位约4分钟</a:t>
            </a:r>
          </a:p>
        </p:txBody>
      </p:sp>
    </p:spTree>
    <p:extLst>
      <p:ext uri="{BB962C8B-B14F-4D97-AF65-F5344CB8AC3E}">
        <p14:creationId xmlns:p14="http://schemas.microsoft.com/office/powerpoint/2010/main" val="8731273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372A7-D0DA-4D16-9861-A3040A4F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北京大学国家发展研究院  2026级研究生党支部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E3C43-1463-46AA-8B3B-8FDF9AA7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专题宣讲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923F5-30A7-4BED-BA87-B8E30A9F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2026年10月14日  10:13—10:53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0167C-7F31-4432-9CC7-807C10DD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04 /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9ED7C-4573-4C3A-BDFE-FD7AAC52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4075"/>
            <a:ext cx="704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红军的“经济学”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ADAAD-B0FE-4AC2-8F7C-10B62B8B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7000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论“打土豪”背后的</a:t>
            </a:r>
          </a:p>
          <a:p xmlns:a="http://schemas.openxmlformats.org/drawingml/2006/main">
            <a:pPr>
              <a:defRPr sz="27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调查研究艺术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EDA94-784B-46AA-A69F-1C9B1230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700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徐铭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EEA2E-6EDE-4C3B-A446-E13CBE34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700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元培学院2023级本科生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35C34-7C00-4DD5-9D47-816CB8E5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9555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［讲师团海报原图］</a:t>
            </a:r>
          </a:p>
          <a:p xmlns:a="http://schemas.openxmlformats.org/drawingml/2006/main">
            <a:pPr>
              <a:defRPr sz="21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待提供后嵌入</a:t>
            </a:r>
          </a:p>
          <a:p xmlns:a="http://schemas.openxmlformats.org/drawingml/2006/main">
            <a:pPr>
              <a:defRPr sz="21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保留原比例</a:t>
            </a:r>
          </a:p>
        </p:txBody>
      </p:sp>
    </p:spTree>
    <p:extLst>
      <p:ext uri="{BB962C8B-B14F-4D97-AF65-F5344CB8AC3E}">
        <p14:creationId xmlns:p14="http://schemas.microsoft.com/office/powerpoint/2010/main" val="13232840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0B15C-15F1-4D21-8ADD-B72B9DC6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北京大学国家发展研究院  2026级研究生党支部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4A178-BB70-41EF-B6B3-49B8AA12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提问交流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FF7FE-62B6-4EC9-B875-77E5E0FD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2026年10月14日  10:53—11:03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E5265-3AB2-4359-868E-2A186269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05 /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EACD8-0649-47EB-8F98-1AAE0343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从刚才的宣讲出发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26066-7390-42F4-BE36-6B75A636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提出一个问题，或分享一项思考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D951B-EC7E-4807-BD05-DCA5EE29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请简要介绍自己，每次提问尽量控制在1分钟内</a:t>
            </a:r>
          </a:p>
        </p:txBody>
      </p:sp>
    </p:spTree>
    <p:extLst>
      <p:ext uri="{BB962C8B-B14F-4D97-AF65-F5344CB8AC3E}">
        <p14:creationId xmlns:p14="http://schemas.microsoft.com/office/powerpoint/2010/main" val="3304107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F2DF4-B41F-4F88-BD1C-2848D567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北京大学国家发展研究院  2026级研究生党支部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134E3-405B-42F1-A4D3-8ED81F53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代表分享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24D51-EBA8-416A-B54D-775A5EC1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2026年10月14日  11:03—11:15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75126-B886-44CA-9FA7-2BB8331C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06 /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352EE-7990-4D6F-9BD8-FC69519A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11:03—11:07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146EF-0B83-4163-A001-D8C96335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050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正式党员代表  ［姓名待确认］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9AB45-8913-4769-A5A0-B1CB4747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11:07—11:11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6D8FA-A23B-42FF-B01F-61D2714B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956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入党积极分子代表  ［姓名待确认］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F18851-68E1-44C5-B875-2F047DEC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11:11—11:15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F11A5-869C-4F60-847D-162E2100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入党积极分子代表  ［姓名待确认］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B0DC2-284D-4448-B593-0B05387A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每人4分钟  结合今天的学习与自身实际</a:t>
            </a:r>
          </a:p>
        </p:txBody>
      </p:sp>
    </p:spTree>
    <p:extLst>
      <p:ext uri="{BB962C8B-B14F-4D97-AF65-F5344CB8AC3E}">
        <p14:creationId xmlns:p14="http://schemas.microsoft.com/office/powerpoint/2010/main" val="14236531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F306CB-D2A5-45E9-BA3B-D37AAC25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北京大学国家发展研究院  2026级研究生党支部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5D550-04DD-4359-B07A-75E498A3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本学期四项活动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C9855-F85F-471A-BD0E-E754DCC8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2026年10月14日  11:15—11:21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F96B7-D4C3-4E07-ACC6-470EC6DC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07 /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1499E-A9CE-410E-A7F2-78CED8A9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10月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CD79F-6771-4699-BCCC-EC855CC9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336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理论学习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4B769-610C-4F8C-9239-E1EB3D42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11月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71936-9CF0-4C95-8F7D-E4CFEFB4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56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跨支部联建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DAAA6-2C57-49C2-B0AC-B064AC63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12月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CF5A8-A1B2-464E-8688-62185EFC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576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“三高”课程复习交流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8B3B9-6D83-43FF-8191-AF79D52C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期末考后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7ACB72-61DE-4318-B2E8-258079E7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196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师生交流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F9007-109F-40CB-B0F0-99A7BDD5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340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具体安排另行通知，欢迎结合学习需求提出建议</a:t>
            </a:r>
          </a:p>
        </p:txBody>
      </p:sp>
    </p:spTree>
    <p:extLst>
      <p:ext uri="{BB962C8B-B14F-4D97-AF65-F5344CB8AC3E}">
        <p14:creationId xmlns:p14="http://schemas.microsoft.com/office/powerpoint/2010/main" val="18778256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C7086-47C3-40BE-87C0-9BD7AC31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北京大学国家发展研究院  2026级研究生党支部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5A85A-28E8-4A4B-AA71-1C9E7AAC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支部建设意见交流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485B3-E1ED-4C9B-80E6-5D0B8AB4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2026年10月14日  11:21—11:26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6594C-50F1-41E6-8CAA-57F6FC70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08 /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49D46-E4D6-4E1F-8BCD-985021BE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你希望支部开展什么活动？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FD11F-D2DE-46B9-92B7-50E9A262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哪些安排更有助于大家参与？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14500-020F-4A39-A85B-86464D68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欢迎现场发言，也可会后线上反馈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1EC06-B316-446F-9281-09E77FBC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具体反馈方式另行通知</a:t>
            </a:r>
          </a:p>
        </p:txBody>
      </p:sp>
    </p:spTree>
    <p:extLst>
      <p:ext uri="{BB962C8B-B14F-4D97-AF65-F5344CB8AC3E}">
        <p14:creationId xmlns:p14="http://schemas.microsoft.com/office/powerpoint/2010/main" val="2680925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8C1C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BB560-4F23-45D2-8E54-2FE4C43F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北京大学国家发展研究院  2026级研究生党支部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C921B-9EA4-46A5-8915-1ECEC666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2026年10月14日  11:26—11:30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20211-C214-4FD1-8EA5-1DED6E39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09 /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A029D-75AA-41A4-8F4B-5C020567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感谢参与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B6AD6-D832-4348-A45C-44101BA3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请移步合影位置，听从现场引导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849FF-1514-4B06-BC86-8BB45540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7682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初心启航·求真力行</a:t>
            </a:r>
          </a:p>
        </p:txBody>
      </p:sp>
    </p:spTree>
    <p:extLst>
      <p:ext uri="{BB962C8B-B14F-4D97-AF65-F5344CB8AC3E}">
        <p14:creationId xmlns:p14="http://schemas.microsoft.com/office/powerpoint/2010/main" val="16932884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2026-10-11T16:04:27.8060000Z</dcterms:created>
  <dcterms:modified xsi:type="dcterms:W3CDTF">2026-10-11T16:04:27.8060000Z</dcterms:modified>
</coreProperties>
</file>