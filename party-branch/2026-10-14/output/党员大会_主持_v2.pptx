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a1c2871305431d" /><Relationship Type="http://schemas.openxmlformats.org/officeDocument/2006/relationships/extended-properties" Target="/docProps/app.xml" Id="R353cf9b935f04194" /><Relationship Type="http://schemas.openxmlformats.org/officeDocument/2006/relationships/officeDocument" Target="/ppt/presentation.xml" Id="Rd588b0a67bbf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2e46a2cc440b3"/>
  </p:sldMasterIdLst>
  <p:notesMasterIdLst>
    <p:notesMasterId xmlns:r="http://schemas.openxmlformats.org/officeDocument/2006/relationships" r:id="R7113c35220f8436f"/>
  </p:notesMasterIdLst>
  <p:sldIdLst>
    <p:sldId xmlns:r="http://schemas.openxmlformats.org/officeDocument/2006/relationships" id="256" r:id="R2f594fbbc474428b"/>
    <p:sldId xmlns:r="http://schemas.openxmlformats.org/officeDocument/2006/relationships" id="257" r:id="Rfcb7463206bf4a95"/>
    <p:sldId xmlns:r="http://schemas.openxmlformats.org/officeDocument/2006/relationships" id="258" r:id="Rd0d734ba494a4b69"/>
    <p:sldId xmlns:r="http://schemas.openxmlformats.org/officeDocument/2006/relationships" id="259" r:id="R61de48a3fb5642ac"/>
    <p:sldId xmlns:r="http://schemas.openxmlformats.org/officeDocument/2006/relationships" id="260" r:id="R0ba19fc3773b4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1d8408270424e" /><Relationship Type="http://schemas.openxmlformats.org/officeDocument/2006/relationships/slideMaster" Target="/ppt/slideMasters/slideMaster1.xml" Id="R5b72e46a2cc440b3" /><Relationship Type="http://schemas.openxmlformats.org/officeDocument/2006/relationships/notesMaster" Target="/ppt/notesMasters/notesMaster1.xml" Id="R7113c35220f8436f" /><Relationship Type="http://schemas.openxmlformats.org/officeDocument/2006/relationships/presProps" Target="/ppt/presProps.xml" Id="Rd907a4781b6a4593" /><Relationship Type="http://schemas.openxmlformats.org/officeDocument/2006/relationships/tableStyles" Target="/ppt/tableStyles.xml" Id="R30cd3cdf87f14573" /><Relationship Type="http://schemas.openxmlformats.org/officeDocument/2006/relationships/slide" Target="/ppt/slides/slide1.xml" Id="R2f594fbbc474428b" /><Relationship Type="http://schemas.openxmlformats.org/officeDocument/2006/relationships/slide" Target="/ppt/slides/slide2.xml" Id="Rfcb7463206bf4a95" /><Relationship Type="http://schemas.openxmlformats.org/officeDocument/2006/relationships/slide" Target="/ppt/slides/slide3.xml" Id="Rd0d734ba494a4b69" /><Relationship Type="http://schemas.openxmlformats.org/officeDocument/2006/relationships/slide" Target="/ppt/slides/slide4.xml" Id="R61de48a3fb5642ac" /><Relationship Type="http://schemas.openxmlformats.org/officeDocument/2006/relationships/slide" Target="/ppt/slides/slide5.xml" Id="R0ba19fc3773b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fd25cffbf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c2d32e2944157" /><Relationship Type="http://schemas.openxmlformats.org/officeDocument/2006/relationships/notesMaster" Target="/ppt/notesMasters/notesMaster1.xml" Id="R46c40b857700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58cbad00584d88" /><Relationship Type="http://schemas.openxmlformats.org/officeDocument/2006/relationships/notesMaster" Target="/ppt/notesMasters/notesMaster1.xml" Id="R43dde1f0b062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dfbeecadac47a2" /><Relationship Type="http://schemas.openxmlformats.org/officeDocument/2006/relationships/notesMaster" Target="/ppt/notesMasters/notesMaster1.xml" Id="R4a4a56a1404544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ffcba9be974858" /><Relationship Type="http://schemas.openxmlformats.org/officeDocument/2006/relationships/notesMaster" Target="/ppt/notesMasters/notesMaster1.xml" Id="Rf8866abb6b4f4a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ce350be33347e5" /><Relationship Type="http://schemas.openxmlformats.org/officeDocument/2006/relationships/notesMaster" Target="/ppt/notesMasters/notesMaster1.xml" Id="R0abc7d50cce1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09:30—09:32。党支书宣布会议开始。组织委员提前签到、核对到会情况并记录。仅本支部正式党员和预备党员参加。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A2 党支书报告拟定计划。具体日程待协调，听取必要修改意见，不预设通过结论。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A3 全部由党支书说明落实机制。个人培养评价不在公开场合讨论。组织生活具体执行以党章党规和学院要求为准。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表中为供本次会议讨论的岗位分工建议，未经会议确认不得视为已经落实。每项任务会后补责任人、节点。团干部不参与党内议事、表决或个人培养评价。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约3分钟讨论、2分钟归纳责任与近期任务。据实记录，不预写决议。正式表决如确有需要，按规定另留充分时间。</a:t>
            </a:r>
          </a:p>
          <a:p xmlns:a="http://schemas.openxmlformats.org/drawingml/2006/main">
            <a:r>
              <a:t>需求：https://github.com/Attention0/todo-list/blob/main/party-branch/2026-10-14/outline_v2.md</a:t>
            </a:r>
          </a:p>
          <a:p xmlns:a="http://schemas.openxmlformats.org/drawingml/2006/main">
            <a:r>
              <a:t>校徽原图：https://vim.pku.edu.cn/docs/20240527144201516364.zip；官方透明底版本，保持比例，未改色。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1985c07be44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4bf75f36a40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6c88c632f47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498b826d24c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7b61c46c043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5f250fcee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405738-753C-46DA-8A3E-DD72E719D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26173F-57F4-4567-B2B4-B520F15600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B4973B-4117-453F-8E92-25F148ED3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36323D-82B2-4FFA-9E87-B997ED668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C5D89C-8DB1-4F1D-A830-EE79A8F686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1E3032-918C-442F-9922-DCEBE6DBDE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FB9ED1-51C9-4F00-9988-73EEC9CB0C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75EFD2-5E68-47FB-864E-7A684F44CA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3F9F9E-985B-4F0D-B6A2-C9C02EC96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DBA26F-98D5-4FB5-8F65-A278DDB32E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21ed2adfb49e2" /><Relationship Type="http://schemas.openxmlformats.org/officeDocument/2006/relationships/slideLayout" Target="/ppt/slideLayouts/slideLayout1.xml" Id="Re1b85178ab5c438a" /><Relationship Type="http://schemas.openxmlformats.org/officeDocument/2006/relationships/slideLayout" Target="/ppt/slideLayouts/slideLayout2.xml" Id="R4dc04b920fc04b00" /><Relationship Type="http://schemas.openxmlformats.org/officeDocument/2006/relationships/slideLayout" Target="/ppt/slideLayouts/slideLayout3.xml" Id="R418b465addb24462" /><Relationship Type="http://schemas.openxmlformats.org/officeDocument/2006/relationships/slideLayout" Target="/ppt/slideLayouts/slideLayout4.xml" Id="R4fac20c9d67741f3" /><Relationship Type="http://schemas.openxmlformats.org/officeDocument/2006/relationships/slideLayout" Target="/ppt/slideLayouts/slideLayout5.xml" Id="Rdeb945ee770149ec" /><Relationship Type="http://schemas.openxmlformats.org/officeDocument/2006/relationships/slideLayout" Target="/ppt/slideLayouts/slideLayout6.xml" Id="R662cfbdd68b542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85178ab5c438a"/>
    <p:sldLayoutId xmlns:r="http://schemas.openxmlformats.org/officeDocument/2006/relationships" id="2147483650" r:id="R4dc04b920fc04b00"/>
    <p:sldLayoutId xmlns:r="http://schemas.openxmlformats.org/officeDocument/2006/relationships" id="2147483651" r:id="R418b465addb24462"/>
    <p:sldLayoutId xmlns:r="http://schemas.openxmlformats.org/officeDocument/2006/relationships" id="2147483652" r:id="R4fac20c9d67741f3"/>
    <p:sldLayoutId xmlns:r="http://schemas.openxmlformats.org/officeDocument/2006/relationships" id="2147483653" r:id="Rdeb945ee770149ec"/>
    <p:sldLayoutId xmlns:r="http://schemas.openxmlformats.org/officeDocument/2006/relationships" id="2147483654" r:id="R662cfbdd68b542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68fed7a7f4fdc" /><Relationship Type="http://schemas.openxmlformats.org/officeDocument/2006/relationships/image" Target="/ppt/media/image.png" Id="Rc4191cba23a44e21" /><Relationship Type="http://schemas.openxmlformats.org/officeDocument/2006/relationships/notesSlide" Target="/ppt/notesSlides/notesSlide1.xml" Id="R7d9e78d4aa0142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e675cb09f4578" /><Relationship Type="http://schemas.openxmlformats.org/officeDocument/2006/relationships/image" Target="/ppt/media/image2.png" Id="Rfc1fe892a68a428d" /><Relationship Type="http://schemas.openxmlformats.org/officeDocument/2006/relationships/notesSlide" Target="/ppt/notesSlides/notesSlide2.xml" Id="Rb5e479666a8448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7cfffd0cf408a" /><Relationship Type="http://schemas.openxmlformats.org/officeDocument/2006/relationships/image" Target="/ppt/media/image3.png" Id="R4d17544f05614898" /><Relationship Type="http://schemas.openxmlformats.org/officeDocument/2006/relationships/notesSlide" Target="/ppt/notesSlides/notesSlide3.xml" Id="Ra6a153d5cd48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31a804e2d4cac" /><Relationship Type="http://schemas.openxmlformats.org/officeDocument/2006/relationships/image" Target="/ppt/media/image4.png" Id="R77e9b53cae5a4460" /><Relationship Type="http://schemas.openxmlformats.org/officeDocument/2006/relationships/notesSlide" Target="/ppt/notesSlides/notesSlide4.xml" Id="R01dd6101c6ed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58cd5525e4796" /><Relationship Type="http://schemas.openxmlformats.org/officeDocument/2006/relationships/image" Target="/ppt/media/image5.png" Id="R24bae1ba5f414eaa" /><Relationship Type="http://schemas.openxmlformats.org/officeDocument/2006/relationships/notesSlide" Target="/ppt/notesSlides/notesSlide5.xml" Id="Raaba3803c85740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C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24F1-0827-4689-A1D5-CE37CC51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4FE45-D5FD-420B-98F3-BB5C29E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1E378-4EF3-4319-8CFC-B3CDE6FF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2026年10月14日  09:30—09:50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8B214-1799-423C-A3D0-92A9F04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01 /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E8007-04DD-4FA1-B9F1-3C0ABFF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471AC-C336-42C5-8D6F-B43987C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54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党员大会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5E4DE-E511-44BD-A2D7-45F5487F4A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91cba23a44e21"/>
          <a:stretch xmlns:a="http://schemas.openxmlformats.org/drawingml/2006/main"/>
        </p:blipFill>
        <p:spPr>
          <a:xfrm xmlns:a="http://schemas.openxmlformats.org/drawingml/2006/main">
            <a:off x="10096500" y="523875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2EFEC-1A9F-4016-BA07-CFEC1795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学期工作  组织生活与培养  分工与讨论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FD1A9-B8E8-4AF8-BD96-CC62453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主持 刘泽霖    会场［待确认］</a:t>
            </a:r>
          </a:p>
        </p:txBody>
      </p:sp>
    </p:spTree>
    <p:extLst>
      <p:ext uri="{BB962C8B-B14F-4D97-AF65-F5344CB8AC3E}">
        <p14:creationId xmlns:p14="http://schemas.microsoft.com/office/powerpoint/2010/main" val="421034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1A4B8-7236-4166-900F-93DA645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E0882-A359-4B13-8F7F-3460052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17A2-D0A6-4ADE-94B2-AD1837D0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本学期重点工作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6FA58-6422-45ED-B55D-19C3DFC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09:32—09:38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E565C-715A-4DE1-BF8A-83212C5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02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2BE1-7AA4-4CA8-9FD6-71EE4BE9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6BC72-97B7-40F3-97DB-5FCA058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理论学习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221FF-93ED-4EFF-9A0D-0AD748B8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1817E-4C29-4960-8B90-E0C839E2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跨支部联建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3D1B1-E024-4316-8AF6-63F6BAD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EA0EA-4D02-4E24-A623-20AB562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71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“三高”复习交流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930E2-FDB9-4EDF-9A9E-696C9204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期末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422F2-5208-4E24-9465-FA5DA33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15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师生交流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D6A45-7F6E-4BFB-BAA2-1AD52537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组织凝聚  党员作用发挥  服务同学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D879F-D041-4575-BECA-1E0BA69C0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fe892a68a428d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03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80180-42FD-426F-B652-B074FB2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CB383-A50B-454B-B509-FF5932ED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0EEB7-2522-4537-9415-CCDD1B25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组织生活与党员培养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E9EA1-21D2-41A3-882A-31E60F7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09:38—09:42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C8F5F-F379-4F99-A36F-AA956637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C72E1-945A-4B80-A40B-977DFBD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规范组织生活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D0F71-29F7-466E-B89A-F7114DF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积极分子培养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3F093-31CF-4082-AAC1-F836D8F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286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季度党员大会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每月支委会、主题党日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党课、年度组织生活会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及民主评议按学院要求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06CF6-C492-4364-B6AF-398A9E2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落实培养联系人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理论学习与思想交流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参与支部服务</a:t>
            </a:r>
          </a:p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定期考察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96428-EF6F-4187-BF84-E9587943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不搞发言次数排名    个人培养评价不公开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D30BE-43D1-4773-A190-E7B6279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E4CE9-5FEA-48F0-8D7E-255C7F9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95774-A029-4A41-9112-368EFDB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1A279-52A5-477F-AFCF-153AE3546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7544f05614898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88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42E43-DCA0-406D-9FBC-D5E97367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6B9A7-D2C1-40E1-9EB9-9788B5C4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5BD09-67A9-4953-9241-45ECEAEF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工作分工与党员参与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93038-BEE6-49AF-8DC2-0342631D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09:42—09:45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26703-5FCE-4A2C-BC40-8B63FA8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04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77770-DD11-4DA6-8F80-04B4D542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党支书统筹  组织委员抓组织与记录  宣传委员抓宣传整理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D0501-10A1-4F4C-98BB-B5C8175F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团支书、团组织委员协同公开活动；党内议事由党支部负责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1FB02-F665-46C2-B441-108056C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以上拟分工待讨论确认，欢迎党员报名承担具体任务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A744E-3F86-48ED-B68F-72A0754D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4744E-A670-410B-807C-003AAAED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EAF60-E818-4C39-90A6-61CDC18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CD023-1BAB-4A6A-9675-EA1E5D4E4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9b53cae5a4460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66063-3562-4DE4-822F-0294F09B020E}"/>
              </a:ext>
            </a:extLst>
          </p:cNvPr>
          <p:cNvGraphicFramePr/>
          <p:nvPr/>
        </p:nvGraphicFramePr>
        <p:xfrm>
          <a:off xmlns:a="http://schemas.openxmlformats.org/drawingml/2006/main" x="723900" y="3267075"/>
          <a:ext xmlns:a="http://schemas.openxmlformats.org/drawingml/2006/main" cx="10668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38375"/>
                <a:gridCol w="5762625"/>
              </a:tblGrid>
              <a:tr h="438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CC4"/>
                      </a:solidFill>
                      <a:prstDash val="solid"/>
                    </a:lnL>
                    <a:lnR w="9525">
                      <a:solidFill>
                        <a:srgbClr val="D8CCC4"/>
                      </a:solidFill>
                      <a:prstDash val="solid"/>
                    </a:lnR>
                    <a:lnT w="9525">
                      <a:solidFill>
                        <a:srgbClr val="D8CCC4"/>
                      </a:solidFill>
                      <a:prstDash val="solid"/>
                    </a:lnT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8C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拟牵头岗位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T w="9525">
                      <a:solidFill>
                        <a:srgbClr val="D8CCC4"/>
                      </a:solidFill>
                      <a:prstDash val="solid"/>
                    </a:lnT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8C1C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拟协作事项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T w="9525">
                      <a:solidFill>
                        <a:srgbClr val="D8CCC4"/>
                      </a:solidFill>
                      <a:prstDash val="solid"/>
                    </a:lnT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8C1C2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10月理论学习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CC4"/>
                      </a:solidFill>
                      <a:prstDash val="solid"/>
                    </a:lnL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党支书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组织委员签到；宣传委员整理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11月跨支部联建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CC4"/>
                      </a:solidFill>
                      <a:prstDash val="solid"/>
                    </a:lnL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组织委员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党支书对接；团干部协助公开活动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12月“三高”复习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CC4"/>
                      </a:solidFill>
                      <a:prstDash val="solid"/>
                    </a:lnL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宣传委员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普通党员协助征集问题与会务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期末师生交流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CCC4"/>
                      </a:solidFill>
                      <a:prstDash val="solid"/>
                    </a:lnL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党支书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2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组织委员会务；团干部协助联系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CCC4"/>
                      </a:solidFill>
                      <a:prstDash val="solid"/>
                    </a:lnR>
                    <a:lnB w="9525">
                      <a:solidFill>
                        <a:srgbClr val="D8CCC4"/>
                      </a:solidFill>
                      <a:prstDash val="solid"/>
                    </a:lnB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442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3B9E5-98B8-440C-AFA8-410BE7A8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20127-63E1-4B04-BF08-DA5C7C56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2026级研究生党支部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981DB-0382-46BB-99FE-0F0AFDFB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交流讨论与近期任务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866CC-8F23-44F6-B238-6CCA1980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09:45—09:50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CEF7B-1484-44E2-9619-595669E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05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45E04-B5E3-48B9-8E25-D013A4821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ae1ba5f414eaa"/>
          <a:stretch xmlns:a="http://schemas.openxmlformats.org/drawingml/2006/main"/>
        </p:blipFill>
        <p:spPr>
          <a:xfrm xmlns:a="http://schemas.openxmlformats.org/drawingml/2006/main">
            <a:off x="10839450" y="3429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70D2F-BDA4-4A2E-96E6-A6DF997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对学期活动，有哪些修改建议？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677B5-DB27-4223-8294-BC961189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愿意参与哪项筹备？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64B19-E775-433E-9572-94288EE7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组织生活与积极分子培养，怎样做得更好？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DC1FE-4FEA-4404-B175-C2A4EECD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近期：10月活动落实  11月联建筹备  培养联系安排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EAD16-D95C-4CF2-824F-CAEEBF0C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0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09:50—10:00  休息与联合活动签到</a:t>
            </a:r>
          </a:p>
        </p:txBody>
      </p:sp>
    </p:spTree>
    <p:extLst>
      <p:ext uri="{BB962C8B-B14F-4D97-AF65-F5344CB8AC3E}">
        <p14:creationId xmlns:p14="http://schemas.microsoft.com/office/powerpoint/2010/main" val="541951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2026-10-13T16:58:37.6210000Z</dcterms:created>
  <dcterms:modified xsi:type="dcterms:W3CDTF">2026-10-13T16:58:37.6210000Z</dcterms:modified>
</coreProperties>
</file>