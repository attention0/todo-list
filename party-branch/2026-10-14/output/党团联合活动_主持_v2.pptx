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1afd3a98ab4d5b" /><Relationship Type="http://schemas.openxmlformats.org/officeDocument/2006/relationships/extended-properties" Target="/docProps/app.xml" Id="R24921cd2d7104e47" /><Relationship Type="http://schemas.openxmlformats.org/officeDocument/2006/relationships/officeDocument" Target="/ppt/presentation.xml" Id="R9a5dfbd0bd2346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91afdf5ec04ed8"/>
  </p:sldMasterIdLst>
  <p:notesMasterIdLst>
    <p:notesMasterId xmlns:r="http://schemas.openxmlformats.org/officeDocument/2006/relationships" r:id="R89f33f7e8d3f45e0"/>
  </p:notesMasterIdLst>
  <p:sldIdLst>
    <p:sldId xmlns:r="http://schemas.openxmlformats.org/officeDocument/2006/relationships" id="256" r:id="Rc33f243850974efe"/>
    <p:sldId xmlns:r="http://schemas.openxmlformats.org/officeDocument/2006/relationships" id="257" r:id="R7dceea316e93474d"/>
    <p:sldId xmlns:r="http://schemas.openxmlformats.org/officeDocument/2006/relationships" id="258" r:id="Rb5645b989b1a4382"/>
    <p:sldId xmlns:r="http://schemas.openxmlformats.org/officeDocument/2006/relationships" id="259" r:id="R736e46dde44a47a0"/>
    <p:sldId xmlns:r="http://schemas.openxmlformats.org/officeDocument/2006/relationships" id="260" r:id="R9748e2b256c541fb"/>
    <p:sldId xmlns:r="http://schemas.openxmlformats.org/officeDocument/2006/relationships" id="261" r:id="R788ad0fd16cb400a"/>
    <p:sldId xmlns:r="http://schemas.openxmlformats.org/officeDocument/2006/relationships" id="262" r:id="R8de29be270c446c1"/>
    <p:sldId xmlns:r="http://schemas.openxmlformats.org/officeDocument/2006/relationships" id="263" r:id="Ra6602fefed2349ee"/>
    <p:sldId xmlns:r="http://schemas.openxmlformats.org/officeDocument/2006/relationships" id="264" r:id="R437d7bce6b6c4f3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d34cebf9194357" /><Relationship Type="http://schemas.openxmlformats.org/officeDocument/2006/relationships/slideMaster" Target="/ppt/slideMasters/slideMaster1.xml" Id="R2a91afdf5ec04ed8" /><Relationship Type="http://schemas.openxmlformats.org/officeDocument/2006/relationships/notesMaster" Target="/ppt/notesMasters/notesMaster1.xml" Id="R89f33f7e8d3f45e0" /><Relationship Type="http://schemas.openxmlformats.org/officeDocument/2006/relationships/presProps" Target="/ppt/presProps.xml" Id="R2959e44a6665444a" /><Relationship Type="http://schemas.openxmlformats.org/officeDocument/2006/relationships/tableStyles" Target="/ppt/tableStyles.xml" Id="R704e88053ac94e04" /><Relationship Type="http://schemas.openxmlformats.org/officeDocument/2006/relationships/slide" Target="/ppt/slides/slide1.xml" Id="Rc33f243850974efe" /><Relationship Type="http://schemas.openxmlformats.org/officeDocument/2006/relationships/slide" Target="/ppt/slides/slide2.xml" Id="R7dceea316e93474d" /><Relationship Type="http://schemas.openxmlformats.org/officeDocument/2006/relationships/slide" Target="/ppt/slides/slide3.xml" Id="Rb5645b989b1a4382" /><Relationship Type="http://schemas.openxmlformats.org/officeDocument/2006/relationships/slide" Target="/ppt/slides/slide4.xml" Id="R736e46dde44a47a0" /><Relationship Type="http://schemas.openxmlformats.org/officeDocument/2006/relationships/slide" Target="/ppt/slides/slide5.xml" Id="R9748e2b256c541fb" /><Relationship Type="http://schemas.openxmlformats.org/officeDocument/2006/relationships/slide" Target="/ppt/slides/slide6.xml" Id="R788ad0fd16cb400a" /><Relationship Type="http://schemas.openxmlformats.org/officeDocument/2006/relationships/slide" Target="/ppt/slides/slide7.xml" Id="R8de29be270c446c1" /><Relationship Type="http://schemas.openxmlformats.org/officeDocument/2006/relationships/slide" Target="/ppt/slides/slide8.xml" Id="Ra6602fefed2349ee" /><Relationship Type="http://schemas.openxmlformats.org/officeDocument/2006/relationships/slide" Target="/ppt/slides/slide9.xml" Id="R437d7bce6b6c4f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83193edd7443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adff044e5047cc" /><Relationship Type="http://schemas.openxmlformats.org/officeDocument/2006/relationships/notesMaster" Target="/ppt/notesMasters/notesMaster1.xml" Id="R9c09ae80335341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ad834fe67f14d60" /><Relationship Type="http://schemas.openxmlformats.org/officeDocument/2006/relationships/notesMaster" Target="/ppt/notesMasters/notesMaster1.xml" Id="R64f90a44005c4d7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beb713553ae4110" /><Relationship Type="http://schemas.openxmlformats.org/officeDocument/2006/relationships/notesMaster" Target="/ppt/notesMasters/notesMaster1.xml" Id="R08adb3fa12a74b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cd32d3aa1074dde" /><Relationship Type="http://schemas.openxmlformats.org/officeDocument/2006/relationships/notesMaster" Target="/ppt/notesMasters/notesMaster1.xml" Id="R5335cccbc1534a3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e3c070c2e5e4174" /><Relationship Type="http://schemas.openxmlformats.org/officeDocument/2006/relationships/notesMaster" Target="/ppt/notesMasters/notesMaster1.xml" Id="R9072c85d17b1445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00e2be5dc1e4bab" /><Relationship Type="http://schemas.openxmlformats.org/officeDocument/2006/relationships/notesMaster" Target="/ppt/notesMasters/notesMaster1.xml" Id="Rc356fd2de4084a2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4bc0831bf7448f0" /><Relationship Type="http://schemas.openxmlformats.org/officeDocument/2006/relationships/notesMaster" Target="/ppt/notesMasters/notesMaster1.xml" Id="R4a6a1b233ac4451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cbf040e249e49de" /><Relationship Type="http://schemas.openxmlformats.org/officeDocument/2006/relationships/notesMaster" Target="/ppt/notesMasters/notesMaster1.xml" Id="R125ca922b4164ea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5ed09a7d71349fa" /><Relationship Type="http://schemas.openxmlformats.org/officeDocument/2006/relationships/notesMaster" Target="/ppt/notesMasters/notesMaster1.xml" Id="Rce2cb4f16e4b40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B1 10:00—10:05，与B2合计5分钟。介绍本次党团联合主题学习及主题缘起，不做纯讲座开场。主办依活动支部信息，协办未提供保留占位。</a:t>
            </a:r>
          </a:p>
          <a:p xmlns:a="http://schemas.openxmlformats.org/drawingml/2006/main">
            <a:r>
              <a:t>需求：https://github.com/Attention0/todo-list/blob/main/party-branch/2026-10-14/outline_v2.md</a:t>
            </a:r>
          </a:p>
          <a:p xmlns:a="http://schemas.openxmlformats.org/drawingml/2006/main">
            <a:r>
              <a:t>校徽原图：https://vim.pku.edu.cn/docs/20240527144201516364.zip；官方透明底版本，保持比例，未改色。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B2 按实际到场介绍杨国昊老师（国发院团委书记）、孙启明老师（国发院党委副书记）及徐铭。两位老师此时不讲话，末尾总结。10:05切到讲师课件。</a:t>
            </a:r>
          </a:p>
          <a:p xmlns:a="http://schemas.openxmlformats.org/drawingml/2006/main">
            <a:r>
              <a:t>需求：https://github.com/Attention0/todo-list/blob/main/party-branch/2026-10-14/outline_v2.md</a:t>
            </a:r>
          </a:p>
          <a:p xmlns:a="http://schemas.openxmlformats.org/drawingml/2006/main">
            <a:r>
              <a:t>校徽原图：https://vim.pku.edu.cn/docs/20240527144201516364.zip；官方透明底版本，保持比例，未改色。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B3 完整题目：《红军的“经济学”——论“打土豪”背后的调查研究艺术》。第一部分10:05—10:25，第二部分10:25—10:45。连续讲完，不插分享或问答。子主题未定，禁止补写。切到讲师自带课件；如讲师自行衔接，主持人不插话。姓名最终以原海报核对。</a:t>
            </a:r>
          </a:p>
          <a:p xmlns:a="http://schemas.openxmlformats.org/drawingml/2006/main">
            <a:r>
              <a:t>需求：https://github.com/Attention0/todo-list/blob/main/party-branch/2026-10-14/outline_v2.md</a:t>
            </a:r>
          </a:p>
          <a:p xmlns:a="http://schemas.openxmlformats.org/drawingml/2006/main">
            <a:r>
              <a:t>校徽原图：https://vim.pku.edu.cn/docs/20240527144201516364.zip；官方透明底版本，保持比例，未改色。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B4 宣讲两部分结束后统一问答。不预写讲师内容摘要。10:54提示最后一个问题，10:55进入分享。</a:t>
            </a:r>
          </a:p>
          <a:p xmlns:a="http://schemas.openxmlformats.org/drawingml/2006/main">
            <a:r>
              <a:t>需求：https://github.com/Attention0/todo-list/blob/main/party-branch/2026-10-14/outline_v2.md</a:t>
            </a:r>
          </a:p>
          <a:p xmlns:a="http://schemas.openxmlformats.org/drawingml/2006/main">
            <a:r>
              <a:t>校徽原图：https://vim.pku.edu.cn/docs/20240527144201516364.zip；官方透明底版本，保持比例，未改色。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B5 1名正式党员、2名入党积极分子，各约4分钟（含邀请、掌声与交接）。姓名与主题均待确定，不编造观点。</a:t>
            </a:r>
          </a:p>
          <a:p xmlns:a="http://schemas.openxmlformats.org/drawingml/2006/main">
            <a:r>
              <a:t>需求：https://github.com/Attention0/todo-list/blob/main/party-branch/2026-10-14/outline_v2.md</a:t>
            </a:r>
          </a:p>
          <a:p xmlns:a="http://schemas.openxmlformats.org/drawingml/2006/main">
            <a:r>
              <a:t>校徽原图：https://vim.pku.edu.cn/docs/20240527144201516364.zip；官方透明底版本，保持比例，未改色。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B6 计划介绍第一部分约3分钟，与B7讲话合计5—6分钟。11月联合主题党日为跨支部联建方向，具体对象未定。</a:t>
            </a:r>
          </a:p>
          <a:p xmlns:a="http://schemas.openxmlformats.org/drawingml/2006/main">
            <a:r>
              <a:t>需求：https://github.com/Attention0/todo-list/blob/main/party-branch/2026-10-14/outline_v2.md</a:t>
            </a:r>
          </a:p>
          <a:p xmlns:a="http://schemas.openxmlformats.org/drawingml/2006/main">
            <a:r>
              <a:t>校徽原图：https://vim.pku.edu.cn/docs/20240527144201516364.zip；官方透明底版本，保持比例，未改色。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B7 11:10—11:14为计划介绍第二部分2—3分钟及衔接；11:14—11:17听取现场1—2条意见，其余会后收集。公开场合不谈个人培养评价。</a:t>
            </a:r>
          </a:p>
          <a:p xmlns:a="http://schemas.openxmlformats.org/drawingml/2006/main">
            <a:r>
              <a:t>需求：https://github.com/Attention0/todo-list/blob/main/party-branch/2026-10-14/outline_v2.md</a:t>
            </a:r>
          </a:p>
          <a:p xmlns:a="http://schemas.openxmlformats.org/drawingml/2006/main">
            <a:r>
              <a:t>校徽原图：https://vim.pku.edu.cn/docs/20240527144201516364.zip；官方透明底版本，保持比例，未改色。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B8 先邀请杨国昊老师，再邀请孙启明老师。职务按用户新版确认信息，不预写讲话内容。出席需现场核实，未到场不介绍为已到场。11:27前结束总结。</a:t>
            </a:r>
          </a:p>
          <a:p xmlns:a="http://schemas.openxmlformats.org/drawingml/2006/main">
            <a:r>
              <a:t>需求：https://github.com/Attention0/todo-list/blob/main/party-branch/2026-10-14/outline_v2.md</a:t>
            </a:r>
          </a:p>
          <a:p xmlns:a="http://schemas.openxmlformats.org/drawingml/2006/main">
            <a:r>
              <a:t>校徽原图：https://vim.pku.edu.cn/docs/20240527144201516364.zip；官方透明底版本，保持比例，未改色。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B9 简短致谢，按实际到场称谓感谢老师和讲师。合影3分钟，提前确定位置与站位，11:30结束。</a:t>
            </a:r>
          </a:p>
          <a:p xmlns:a="http://schemas.openxmlformats.org/drawingml/2006/main">
            <a:r>
              <a:t>需求：https://github.com/Attention0/todo-list/blob/main/party-branch/2026-10-14/outline_v2.md</a:t>
            </a:r>
          </a:p>
          <a:p xmlns:a="http://schemas.openxmlformats.org/drawingml/2006/main">
            <a:r>
              <a:t>校徽原图：https://vim.pku.edu.cn/docs/20240527144201516364.zip；官方透明底版本，保持比例，未改色。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f326f25eec465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60b89b8ff1473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d277a1a530483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25a62d41e04a5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56fd39d20b470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0bab68599e47d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BEC6FA3-CB27-4C54-8605-D72EAC1DC9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849B647-E5AA-4C1F-AB2E-9A0666017D2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2E73B59-D687-43D7-9A84-E5BE5050A7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A2EAEAD-1ADA-4348-80FA-37D5AB082D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C8D1652-E78E-4F85-9CB6-86109FFD028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6DBADB3-9557-4E0B-B2A8-B1C3EE5F08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A77C17E-F201-4D4F-B63F-C91AA0FA66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223B3B2-4797-4A3B-AEF6-4A8857DB5AC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6562133-254F-4384-84E5-784C61E1B7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71E8FB5-1084-45C8-8989-B0860916BD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5ae1e3e94264ecb" /><Relationship Type="http://schemas.openxmlformats.org/officeDocument/2006/relationships/slideLayout" Target="/ppt/slideLayouts/slideLayout1.xml" Id="Rf98917e859fd47f5" /><Relationship Type="http://schemas.openxmlformats.org/officeDocument/2006/relationships/slideLayout" Target="/ppt/slideLayouts/slideLayout2.xml" Id="R6a9ea63528644982" /><Relationship Type="http://schemas.openxmlformats.org/officeDocument/2006/relationships/slideLayout" Target="/ppt/slideLayouts/slideLayout3.xml" Id="Rbb14c01584ee40f8" /><Relationship Type="http://schemas.openxmlformats.org/officeDocument/2006/relationships/slideLayout" Target="/ppt/slideLayouts/slideLayout4.xml" Id="R9cb8a1d458f940ae" /><Relationship Type="http://schemas.openxmlformats.org/officeDocument/2006/relationships/slideLayout" Target="/ppt/slideLayouts/slideLayout5.xml" Id="Rbc29630dd5714090" /><Relationship Type="http://schemas.openxmlformats.org/officeDocument/2006/relationships/slideLayout" Target="/ppt/slideLayouts/slideLayout6.xml" Id="Rccd0535c38df4e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8917e859fd47f5"/>
    <p:sldLayoutId xmlns:r="http://schemas.openxmlformats.org/officeDocument/2006/relationships" id="2147483650" r:id="R6a9ea63528644982"/>
    <p:sldLayoutId xmlns:r="http://schemas.openxmlformats.org/officeDocument/2006/relationships" id="2147483651" r:id="Rbb14c01584ee40f8"/>
    <p:sldLayoutId xmlns:r="http://schemas.openxmlformats.org/officeDocument/2006/relationships" id="2147483652" r:id="R9cb8a1d458f940ae"/>
    <p:sldLayoutId xmlns:r="http://schemas.openxmlformats.org/officeDocument/2006/relationships" id="2147483653" r:id="Rbc29630dd5714090"/>
    <p:sldLayoutId xmlns:r="http://schemas.openxmlformats.org/officeDocument/2006/relationships" id="2147483654" r:id="Rccd0535c38df4e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84c4200f444239" /><Relationship Type="http://schemas.openxmlformats.org/officeDocument/2006/relationships/image" Target="/ppt/media/image.png" Id="Rd877d555be6a4796" /><Relationship Type="http://schemas.openxmlformats.org/officeDocument/2006/relationships/notesSlide" Target="/ppt/notesSlides/notesSlide1.xml" Id="R52debe39e538430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f225ea6a084449" /><Relationship Type="http://schemas.openxmlformats.org/officeDocument/2006/relationships/image" Target="/ppt/media/image2.png" Id="R41879fdad0e04a4c" /><Relationship Type="http://schemas.openxmlformats.org/officeDocument/2006/relationships/notesSlide" Target="/ppt/notesSlides/notesSlide2.xml" Id="R925c2a1414344b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187ca7d7e449ef" /><Relationship Type="http://schemas.openxmlformats.org/officeDocument/2006/relationships/image" Target="/ppt/media/image3.png" Id="R4962cd3a6efc4faa" /><Relationship Type="http://schemas.openxmlformats.org/officeDocument/2006/relationships/notesSlide" Target="/ppt/notesSlides/notesSlide3.xml" Id="R46cf234bceff462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9c3a16d5e94d56" /><Relationship Type="http://schemas.openxmlformats.org/officeDocument/2006/relationships/image" Target="/ppt/media/image4.png" Id="R451e10b354f24b7c" /><Relationship Type="http://schemas.openxmlformats.org/officeDocument/2006/relationships/notesSlide" Target="/ppt/notesSlides/notesSlide4.xml" Id="Rdfa8332b3bc645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8b023e937e43d4" /><Relationship Type="http://schemas.openxmlformats.org/officeDocument/2006/relationships/image" Target="/ppt/media/image5.png" Id="R3cf84769f1c9457c" /><Relationship Type="http://schemas.openxmlformats.org/officeDocument/2006/relationships/notesSlide" Target="/ppt/notesSlides/notesSlide5.xml" Id="Re34083115433449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c0dc438e1546ff" /><Relationship Type="http://schemas.openxmlformats.org/officeDocument/2006/relationships/image" Target="/ppt/media/image6.png" Id="R963c6f21d53e499d" /><Relationship Type="http://schemas.openxmlformats.org/officeDocument/2006/relationships/notesSlide" Target="/ppt/notesSlides/notesSlide6.xml" Id="Rc4ca2aca05994a6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46c04a5de940ad" /><Relationship Type="http://schemas.openxmlformats.org/officeDocument/2006/relationships/image" Target="/ppt/media/image7.png" Id="R1d434d316cc34f2b" /><Relationship Type="http://schemas.openxmlformats.org/officeDocument/2006/relationships/notesSlide" Target="/ppt/notesSlides/notesSlide7.xml" Id="R2d68e258541d4b6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bfd63b091445f5" /><Relationship Type="http://schemas.openxmlformats.org/officeDocument/2006/relationships/image" Target="/ppt/media/image8.png" Id="R6fefa4f63757476c" /><Relationship Type="http://schemas.openxmlformats.org/officeDocument/2006/relationships/notesSlide" Target="/ppt/notesSlides/notesSlide8.xml" Id="Red4712f358614b7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dacdd6958b4a0c" /><Relationship Type="http://schemas.openxmlformats.org/officeDocument/2006/relationships/image" Target="/ppt/media/image9.png" Id="R71e088ca30a44cf2" /><Relationship Type="http://schemas.openxmlformats.org/officeDocument/2006/relationships/notesSlide" Target="/ppt/notesSlides/notesSlide9.xml" Id="R788a08be86ed423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8C1C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135F26-9BEB-4FCD-956D-2901F6AB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895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rPr>
              <a:t>北京大学国家发展研究院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A2F50E-5150-47DD-B5F8-A507580E8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95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rPr>
              <a:t>2026级研究生党支部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B33928-950C-404B-B746-AA467BB8F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942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rPr>
              <a:t>2026年10月14日  10:00—11:30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C81773-8991-4967-AEA3-B03E35968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67450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rPr>
              <a:t>01 / 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098D3B-B346-4CF3-AE3E-F36679036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4800" b="1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rPr>
              <a:t>初心启航·求真力行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C5DDFC-C47E-436D-B29F-EC9F1E09D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670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85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rPr>
              <a:t>从调查研究中汲取智慧与力量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57303D-064C-45CC-B180-87E96A13EA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77d555be6a4796"/>
          <a:stretch xmlns:a="http://schemas.openxmlformats.org/drawingml/2006/main"/>
        </p:blipFill>
        <p:spPr>
          <a:xfrm xmlns:a="http://schemas.openxmlformats.org/drawingml/2006/main">
            <a:off x="10096500" y="523875"/>
            <a:ext cx="1371600" cy="13716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F379F5-C5D5-4CB8-81F7-D43D4ECB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rPr>
              <a:t>北京大学国家发展研究院</a:t>
            </a:r>
          </a:p>
          <a:p xmlns:a="http://schemas.openxmlformats.org/drawingml/2006/main">
            <a:pPr>
              <a:defRPr sz="210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rPr>
              <a:t>2026级研究生党团联合主题学习活动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AA36B5-6A38-4E6F-AE43-0C205463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673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rPr>
              <a:t>主办：2026级研究生党支部    协办：［单位待确认］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AB9C77-40B7-485A-AD55-2B27AE278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531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rPr>
              <a:t>主持 刘泽霖    会场［待确认］</a:t>
            </a:r>
          </a:p>
        </p:txBody>
      </p:sp>
    </p:spTree>
    <p:extLst>
      <p:ext uri="{BB962C8B-B14F-4D97-AF65-F5344CB8AC3E}">
        <p14:creationId xmlns:p14="http://schemas.microsoft.com/office/powerpoint/2010/main" val="9261383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AC51C9-BDBA-4F1A-BDB3-88D1172D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895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北京大学国家发展研究院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09A808-A235-4388-8FB8-E3080111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95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2026级研究生党支部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9D8CEE-5A6B-4ED1-84E0-1012CCB8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今日学习议程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77B6EE-66C5-4F89-990E-ADE0E6359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942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2026年10月14日  10:00—10:05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6562EF-CA09-4853-8C5D-1A403612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67450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02 /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CD50E5-14C3-41A1-88AC-0745639F2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62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专题学习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EF547F-6A3A-4573-893E-100972F5B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57425"/>
            <a:ext cx="7772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rPr>
              <a:t>10:05—10:45  两部分连续宣讲</a:t>
            </a:r>
          </a:p>
          <a:p xmlns:a="http://schemas.openxmlformats.org/drawingml/2006/main">
            <a:pPr>
              <a:buNone/>
              <a:defRPr sz="217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rPr>
              <a:t>10:45—10:55  集中提问交流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F4D21B-815B-471D-A80D-E418133CD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62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交流体会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44DB47-8710-4EA4-AA2C-2C3645A9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400425"/>
            <a:ext cx="7772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rPr>
              <a:t>10:55—11:07  正式党员1人、积极分子2人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DCDEE5-6EFA-45BE-9312-0AC2ECB4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19600"/>
            <a:ext cx="276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47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支部建设</a:t>
            </a:r>
          </a:p>
          <a:p xmlns:a="http://schemas.openxmlformats.org/drawingml/2006/main">
            <a:pPr>
              <a:buNone/>
              <a:defRPr sz="247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与老师指导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7DEADE-010B-4CB1-8474-82BF3851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333875"/>
            <a:ext cx="77724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rPr>
              <a:t>11:07—11:14  学期计划与建设理念</a:t>
            </a:r>
          </a:p>
          <a:p xmlns:a="http://schemas.openxmlformats.org/drawingml/2006/main">
            <a:pPr>
              <a:buNone/>
              <a:defRPr sz="210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rPr>
              <a:t>11:14—11:17  征求意见</a:t>
            </a:r>
          </a:p>
          <a:p xmlns:a="http://schemas.openxmlformats.org/drawingml/2006/main">
            <a:pPr>
              <a:buNone/>
              <a:defRPr sz="210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rPr>
              <a:t>11:17—11:27  两位老师总结指导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05C955-0856-463D-8CF1-234A334FE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686425"/>
            <a:ext cx="7772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11:27—11:30  致谢与集体合影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930E3E-8F6D-47E3-9B94-5DF4FD1BA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6AD2A4-1ECE-48F4-B7ED-3BE4D771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64BD28-19B2-4369-AED0-4750C3A15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C09F3C-6B82-4B9B-8BF0-D47E31762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9313E6-48BB-45C7-A69B-0D82B7D8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628429-C1FA-4593-89B6-62182101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5A8078-40A1-4C1C-9FB2-6E58015B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44C3DF-610A-48DC-ACCA-57E3785F6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9EF47C-7558-4ECD-B687-74C13C9CF9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879fdad0e04a4c"/>
          <a:stretch xmlns:a="http://schemas.openxmlformats.org/drawingml/2006/main"/>
        </p:blipFill>
        <p:spPr>
          <a:xfrm xmlns:a="http://schemas.openxmlformats.org/drawingml/2006/main">
            <a:off x="10839450" y="342900"/>
            <a:ext cx="666750" cy="666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7179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59981E-2CAB-4C7F-B37B-B2433B70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895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北京大学国家发展研究院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D2A133-4692-45F0-8661-812DA992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95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2026级研究生党支部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C190E5-179F-41DB-B395-C59496B6F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专题理论宣讲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1753D4-A3B8-444C-A55E-F7439BC33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942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2026年10月14日  10:05—10:45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D3B5E5-D735-4FB0-9675-A9D046D5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67450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03 /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E000B8-0817-4998-A061-F5F63CAF0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57425"/>
            <a:ext cx="7667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52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352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红军的“经济学”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5A1F4B-686F-4257-A239-F96501AB0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76676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70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rPr>
              <a:t>——论“打土豪”背后的</a:t>
            </a:r>
          </a:p>
          <a:p xmlns:a="http://schemas.openxmlformats.org/drawingml/2006/main">
            <a:pPr>
              <a:buNone/>
              <a:defRPr sz="270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rPr>
              <a:t>调查研究艺术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C96076-D970-429C-824B-2363E976D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91025"/>
            <a:ext cx="700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62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徐铭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7FC4F1-F8BB-4A23-86AE-93A5A315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7524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rPr>
              <a:t>北京大学元培学院2023级本科生</a:t>
            </a:r>
          </a:p>
          <a:p xmlns:a="http://schemas.openxmlformats.org/drawingml/2006/main">
            <a:pPr>
              <a:buNone/>
              <a:defRPr sz="195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rPr>
              <a:t>博士生讲师团专题宣讲主讲人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193512-213C-47A6-9258-8D29E6451D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62cd3a6efc4faa"/>
          <a:stretch xmlns:a="http://schemas.openxmlformats.org/drawingml/2006/main"/>
        </p:blipFill>
        <p:spPr>
          <a:xfrm xmlns:a="http://schemas.openxmlformats.org/drawingml/2006/main">
            <a:off x="10839450" y="342900"/>
            <a:ext cx="666750" cy="6667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268422-EDB9-422F-A9AF-1452FFB4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24525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第一部分20分钟  第二部分20分钟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B1EB16-7B95-4994-8824-2A1D95DB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838450"/>
            <a:ext cx="2524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［讲师团海报原图］</a:t>
            </a:r>
          </a:p>
          <a:p xmlns:a="http://schemas.openxmlformats.org/drawingml/2006/main">
            <a:pPr>
              <a:defRPr sz="19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待提供后嵌入</a:t>
            </a:r>
          </a:p>
        </p:txBody>
      </p:sp>
    </p:spTree>
    <p:extLst>
      <p:ext uri="{BB962C8B-B14F-4D97-AF65-F5344CB8AC3E}">
        <p14:creationId xmlns:p14="http://schemas.microsoft.com/office/powerpoint/2010/main" val="8731273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7372A7-D0DA-4D16-9861-A3040A4F6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895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北京大学国家发展研究院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DE3C43-1463-46AA-8B3B-8FDF9AA78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95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2026级研究生党支部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F923F5-30A7-4BED-BA87-B8E30A9F0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学思践悟·互动交流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30167C-7F31-4432-9CC7-807C10DD5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942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2026年10月14日  10:45—10:55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49ED7C-4573-4C3A-BDFE-FD7AAC52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67450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04 /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BADAAD-B0FE-4AC2-8F7C-10B62B8B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9077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集中提问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9EDA94-784B-46AA-A69F-1C9B12309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85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rPr>
              <a:t>围绕两部分内容交流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DEEA2E-6EDE-4C3B-A446-E13CBE34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rPr>
              <a:t>请简要介绍自己，每次提问尽量控制在1分钟内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F35C34-7C00-4DD5-9D47-816CB8E5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959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把问题说具体，让交流更充分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CFA2DF-E499-4D5F-84DE-F52FA6C78F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1e10b354f24b7c"/>
          <a:stretch xmlns:a="http://schemas.openxmlformats.org/drawingml/2006/main"/>
        </p:blipFill>
        <p:spPr>
          <a:xfrm xmlns:a="http://schemas.openxmlformats.org/drawingml/2006/main">
            <a:off x="10839450" y="342900"/>
            <a:ext cx="666750" cy="666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2840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E0B15C-15F1-4D21-8ADD-B72B9DC6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895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北京大学国家发展研究院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84A178-BB70-41EF-B6B3-49B8AA12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95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2026级研究生党支部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8FF7FE-62B6-4EC9-B875-77E5E0FD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青年之声·学习体会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BE5265-3AB2-4359-868E-2A1862695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942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2026年10月14日  10:55—11:07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FEACD8-0649-47EB-8F98-1AAE0343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67450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05 /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526066-7390-42F4-BE36-6B75A636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10:55—10:59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0D951B-EC7E-4807-BD05-DCA5EE29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24100"/>
            <a:ext cx="8153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25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rPr>
              <a:t>正式党员代表  ［姓名］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A7D176-5F32-4653-A31C-6916DD6FDE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f84769f1c9457c"/>
          <a:stretch xmlns:a="http://schemas.openxmlformats.org/drawingml/2006/main"/>
        </p:blipFill>
        <p:spPr>
          <a:xfrm xmlns:a="http://schemas.openxmlformats.org/drawingml/2006/main">
            <a:off x="10839450" y="342900"/>
            <a:ext cx="666750" cy="666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2E28B5-8144-42E7-9582-E866B3711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10:59—11:03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64EBC2-1832-402C-8EE5-DC1006EC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448050"/>
            <a:ext cx="8153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rPr>
              <a:t>入党积极分子代表  ［姓名］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1F55B2-E2D8-4CEE-B48F-EF3F600FA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11:03—11:07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A3AC9A-4BB6-4FD1-8DF1-E7ED61A9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572000"/>
            <a:ext cx="8153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rPr>
              <a:t>入党积极分子代表  ［姓名］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EDFFAA-062F-4FC6-8C71-4678711A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90825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分享主题［待确认］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8B3B99-1EB8-4788-87A7-CD4B1A03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914775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分享主题［待确认］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4F1D46-F643-4AEC-B364-5F37F2FEF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038725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分享主题［待确认］</a:t>
            </a:r>
          </a:p>
        </p:txBody>
      </p:sp>
    </p:spTree>
    <p:extLst>
      <p:ext uri="{BB962C8B-B14F-4D97-AF65-F5344CB8AC3E}">
        <p14:creationId xmlns:p14="http://schemas.microsoft.com/office/powerpoint/2010/main" val="3304107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2F2DF4-B41F-4F88-BD1C-2848D567D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895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北京大学国家发展研究院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E134E3-405B-42F1-A4D3-8ED81F537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95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2026级研究生党支部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724D51-EBA8-416A-B54D-775A5EC1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本学期，我们准备做什么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075126-B886-44CA-9FA7-2BB8331C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942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2026年10月14日  11:07—11:10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C352EE-7990-4D6F-9BD8-FC69519A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67450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06 /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3146EF-0B83-4163-A001-D8C963352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479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10月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B9AB45-8913-4769-A5A0-B1CB4747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47900"/>
            <a:ext cx="8153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55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rPr>
              <a:t>理论学习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06D8FA-A23B-42FF-B01F-61D2714B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11月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F18851-68E1-44C5-B875-2F047DEC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009900"/>
            <a:ext cx="8153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55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rPr>
              <a:t>联合主题党日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9F11A5-869C-4F60-847D-162E21000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12月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6B0DC2-284D-4448-B593-0B05387A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771900"/>
            <a:ext cx="8153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55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rPr>
              <a:t>“三高”复习交流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FE9F9A-CFF1-498A-B716-9CA9F4551A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3c6f21d53e499d"/>
          <a:stretch xmlns:a="http://schemas.openxmlformats.org/drawingml/2006/main"/>
        </p:blipFill>
        <p:spPr>
          <a:xfrm xmlns:a="http://schemas.openxmlformats.org/drawingml/2006/main">
            <a:off x="10839450" y="342900"/>
            <a:ext cx="666750" cy="6667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AD3360-6DE0-4BAE-A577-7B68CF74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339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期末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2B22A4-835F-47D7-A389-AFC82501D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533900"/>
            <a:ext cx="8153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rPr>
              <a:t>师生交流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31C69A-43BB-48BE-897A-3A8745CC2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具体安排另行通知，欢迎共同参与筹备</a:t>
            </a:r>
          </a:p>
        </p:txBody>
      </p:sp>
    </p:spTree>
    <p:extLst>
      <p:ext uri="{BB962C8B-B14F-4D97-AF65-F5344CB8AC3E}">
        <p14:creationId xmlns:p14="http://schemas.microsoft.com/office/powerpoint/2010/main" val="14236531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F306CB-D2A5-45E9-BA3B-D37AAC259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895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北京大学国家发展研究院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85D550-04DD-4359-B07A-75E498A3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95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2026级研究生党支部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5C9855-F85F-471A-BD0E-E754DCC87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共建我们的党支部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8F96B7-D4C3-4E07-ACC6-470EC6DCD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942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2026年10月14日  11:10—11:17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31499E-A9CE-410E-A7F2-78CED8A9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67450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07 /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3CD79F-6771-4699-BCCC-EC855CC9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504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规范组织生活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C4B769-610C-4F8C-9239-E1EB3D42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00300"/>
            <a:ext cx="4905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积极分子培养成长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071936-9CF0-4C95-8F7D-E4CFEFB41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57525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rPr>
              <a:t>按要求开展，认真参与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5DAAA6-2C57-49C2-B0AC-B064AC63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57525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rPr>
              <a:t>学习、交流与服务相结合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CCF5A8-A1B2-464E-8688-62185EFC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52875"/>
            <a:ext cx="504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党团协同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68B3B9-6D83-43FF-8191-AF79D52C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52875"/>
            <a:ext cx="4905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服务同学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7ACB72-61DE-4318-B2E8-258079E7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010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rPr>
              <a:t>明确职责，共同组织公开活动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AF9007-109F-40CB-B0F0-99A7BDD52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10100"/>
            <a:ext cx="4905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rPr>
              <a:t>回应学习与交流的实际需要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EA4CDE-7575-4A0A-97E4-F436C5A5DF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434d316cc34f2b"/>
          <a:stretch xmlns:a="http://schemas.openxmlformats.org/drawingml/2006/main"/>
        </p:blipFill>
        <p:spPr>
          <a:xfrm xmlns:a="http://schemas.openxmlformats.org/drawingml/2006/main">
            <a:off x="10839450" y="342900"/>
            <a:ext cx="666750" cy="6667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6E1379-A06F-486A-9BEC-7825BDFDC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欢迎大家参与和提出建议</a:t>
            </a:r>
          </a:p>
        </p:txBody>
      </p:sp>
    </p:spTree>
    <p:extLst>
      <p:ext uri="{BB962C8B-B14F-4D97-AF65-F5344CB8AC3E}">
        <p14:creationId xmlns:p14="http://schemas.microsoft.com/office/powerpoint/2010/main" val="18778256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BC7086-47C3-40BE-87C0-9BD7AC312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895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北京大学国家发展研究院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65A85A-28E8-4A4B-AA71-1C9E7AAC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95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2026级研究生党支部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2485B3-E1ED-4C9B-80E6-5D0B8AB4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学院老师总结指导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6594C-50F1-41E6-8CAA-57F6FC700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942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2026年10月14日  11:17—11:27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E49D46-E4D6-4E1F-8BCD-985021BE1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67450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08 /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4FD11F-D2DE-46B9-92B7-50E9A262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71725"/>
            <a:ext cx="4905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11:17—11:22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F14500-020F-4A39-A85B-86464D68C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71725"/>
            <a:ext cx="4905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11:22—11:27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E1EC06-B316-446F-9281-09E77FBC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504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337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杨国昊 老师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70C488-A6F9-48A0-9B39-07421C5BAD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efa4f63757476c"/>
          <a:stretch xmlns:a="http://schemas.openxmlformats.org/drawingml/2006/main"/>
        </p:blipFill>
        <p:spPr>
          <a:xfrm xmlns:a="http://schemas.openxmlformats.org/drawingml/2006/main">
            <a:off x="10839450" y="342900"/>
            <a:ext cx="666750" cy="66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1355E6-D658-4022-87B5-6D1E7086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05150"/>
            <a:ext cx="4905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孙启明 老师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96949B-E9DF-40CC-8BEE-462849ED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rPr>
              <a:t>国发院团委书记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01DE52-0999-44AB-81FE-7F971D1D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00500"/>
            <a:ext cx="4905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rPr>
              <a:t>国发院党委副书记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32002A-249C-4B42-84DE-8CB61239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00675"/>
            <a:ext cx="10668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拟邀嘉宾，出席待最终确认    每位约5分钟</a:t>
            </a:r>
          </a:p>
        </p:txBody>
      </p:sp>
    </p:spTree>
    <p:extLst>
      <p:ext uri="{BB962C8B-B14F-4D97-AF65-F5344CB8AC3E}">
        <p14:creationId xmlns:p14="http://schemas.microsoft.com/office/powerpoint/2010/main" val="2680925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8C1C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CBB560-4F23-45D2-8E54-2FE4C43F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895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rPr>
              <a:t>北京大学国家发展研究院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8C921B-9EA4-46A5-8915-1ECEC6669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95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rPr>
              <a:t>2026级研究生党支部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E20211-C214-4FD1-8EA5-1DED6E399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942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rPr>
              <a:t>2026年10月14日  11:27—11:30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EA029D-75AA-41A4-8F4B-5C020567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67450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rPr>
              <a:t>09 / 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2B6AD6-D832-4348-A45C-44101BA3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650" b="1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4650" b="1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rPr>
              <a:t>感谢参与·合影留念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8849FF-1514-4B06-BC86-8BB45540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7187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85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rPr>
              <a:t>求真力行，共同前行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D3A00B-5E4D-493F-89E3-B7056BA422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e088ca30a44cf2"/>
          <a:stretch xmlns:a="http://schemas.openxmlformats.org/drawingml/2006/main"/>
        </p:blipFill>
        <p:spPr>
          <a:xfrm xmlns:a="http://schemas.openxmlformats.org/drawingml/2006/main">
            <a:off x="10096500" y="523875"/>
            <a:ext cx="1371600" cy="13716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BE48C7-6CDD-4FB8-BA32-2C9B581C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rPr>
              <a:t>2026级研究生党团联合主题学习活动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3E072B-D49D-4AB7-84B1-C5ABBCD3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054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rPr>
              <a:t>请按现场引导就位</a:t>
            </a:r>
          </a:p>
        </p:txBody>
      </p:sp>
    </p:spTree>
    <p:extLst>
      <p:ext uri="{BB962C8B-B14F-4D97-AF65-F5344CB8AC3E}">
        <p14:creationId xmlns:p14="http://schemas.microsoft.com/office/powerpoint/2010/main" val="16932884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2026-10-13T16:58:41.5370000Z</dcterms:created>
  <dcterms:modified xsi:type="dcterms:W3CDTF">2026-10-13T16:58:41.5370000Z</dcterms:modified>
</coreProperties>
</file>